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82C6DC-2C95-481B-AB50-868105CC78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27DA1D2-A328-4FB0-8F39-5A901476253C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9/6/2026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CSE MINI PROJECT REVIEW-1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3522D4-FEBD-4B08-9F98-A52007B1AF9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/>
          <p:nvPr/>
        </p:nvSpPr>
        <p:spPr>
          <a:xfrm>
            <a:off x="152280" y="228600"/>
            <a:ext cx="8839440" cy="6477120"/>
          </a:xfrm>
          <a:prstGeom prst="rect">
            <a:avLst/>
          </a:prstGeom>
          <a:solidFill>
            <a:srgbClr val="FFFFFF"/>
          </a:solidFill>
          <a:ln w="25560">
            <a:solidFill>
              <a:srgbClr val="37609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8153280" cy="129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sz="1200" dirty="0"/>
            </a:b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 </a:t>
            </a:r>
            <a:br>
              <a:rPr sz="1200" dirty="0"/>
            </a:b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 </a:t>
            </a:r>
            <a:br>
              <a:rPr sz="1200" dirty="0"/>
            </a:br>
            <a:r>
              <a:rPr lang="en-US" sz="1200" b="0" strike="noStrike" spc="-1" dirty="0">
                <a:solidFill>
                  <a:srgbClr val="000000"/>
                </a:solidFill>
                <a:latin typeface="Calibri"/>
              </a:rPr>
              <a:t> </a:t>
            </a:r>
            <a:br>
              <a:rPr sz="1200" dirty="0"/>
            </a:br>
            <a:br>
              <a:rPr sz="1200" dirty="0"/>
            </a:br>
            <a:br>
              <a:rPr sz="1200" dirty="0"/>
            </a:br>
            <a:br>
              <a:rPr sz="1200" dirty="0"/>
            </a:br>
            <a:br>
              <a:rPr sz="1200" dirty="0"/>
            </a:br>
            <a:r>
              <a:rPr lang="en-IN" sz="1200" b="1" strike="noStrike" spc="-1" dirty="0">
                <a:solidFill>
                  <a:srgbClr val="000000"/>
                </a:solidFill>
                <a:latin typeface="Calibri"/>
              </a:rPr>
              <a:t>(AUTONOMOUS)</a:t>
            </a:r>
            <a:br>
              <a:rPr sz="1200" dirty="0"/>
            </a:br>
            <a:r>
              <a:rPr lang="en-IN" sz="800" b="1" strike="noStrike" spc="-1" dirty="0">
                <a:solidFill>
                  <a:srgbClr val="000000"/>
                </a:solidFill>
                <a:latin typeface="Calibri"/>
              </a:rPr>
              <a:t>Affiliated to JNTUH, Approved by AICTE, Accredited by NAAC with A++ Grade, ISO 9001:2015 Certified </a:t>
            </a:r>
            <a:br>
              <a:rPr sz="800" dirty="0"/>
            </a:br>
            <a:r>
              <a:rPr lang="en-IN" sz="800" b="1" strike="noStrike" spc="-1" dirty="0" err="1">
                <a:solidFill>
                  <a:srgbClr val="000000"/>
                </a:solidFill>
                <a:latin typeface="Calibri"/>
              </a:rPr>
              <a:t>Kacharam</a:t>
            </a:r>
            <a:r>
              <a:rPr lang="en-IN" sz="800" b="1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IN" sz="800" b="1" strike="noStrike" spc="-1" dirty="0" err="1">
                <a:solidFill>
                  <a:srgbClr val="000000"/>
                </a:solidFill>
                <a:latin typeface="Calibri"/>
              </a:rPr>
              <a:t>Shamshabad</a:t>
            </a:r>
            <a:r>
              <a:rPr lang="en-IN" sz="800" b="1" strike="noStrike" spc="-1" dirty="0">
                <a:solidFill>
                  <a:srgbClr val="000000"/>
                </a:solidFill>
                <a:latin typeface="Calibri"/>
              </a:rPr>
              <a:t>, Hyderabad – 501218, </a:t>
            </a:r>
            <a:r>
              <a:rPr lang="en-IN" sz="700" b="1" strike="noStrike" spc="-1" dirty="0">
                <a:solidFill>
                  <a:srgbClr val="000000"/>
                </a:solidFill>
                <a:latin typeface="Calibri"/>
              </a:rPr>
              <a:t>Telangana, India</a:t>
            </a:r>
            <a:br>
              <a:rPr sz="1100" dirty="0"/>
            </a:br>
            <a:r>
              <a:rPr lang="en-IN" sz="1800" b="1" strike="noStrike" spc="-1" dirty="0">
                <a:solidFill>
                  <a:srgbClr val="376092"/>
                </a:solidFill>
                <a:latin typeface="Calibri"/>
              </a:rPr>
              <a:t>Department of Computer Science and Engineering</a:t>
            </a:r>
            <a:br>
              <a:rPr sz="2900" dirty="0"/>
            </a:br>
            <a:br>
              <a:rPr sz="2200" dirty="0"/>
            </a:b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Subtitle 2"/>
          <p:cNvSpPr/>
          <p:nvPr/>
        </p:nvSpPr>
        <p:spPr>
          <a:xfrm>
            <a:off x="228600" y="5181480"/>
            <a:ext cx="8686800" cy="137160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80000"/>
              </a:lnSpc>
              <a:spcBef>
                <a:spcPts val="6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1" u="sng" strike="noStrike" spc="-1" dirty="0">
                <a:solidFill>
                  <a:srgbClr val="95B3D7"/>
                </a:solidFill>
                <a:uFillTx/>
                <a:latin typeface="Calibri"/>
              </a:rPr>
              <a:t>Guide Details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300" b="1" strike="noStrike" spc="-1" dirty="0">
                <a:solidFill>
                  <a:srgbClr val="002060"/>
                </a:solidFill>
                <a:latin typeface="Calibri"/>
              </a:rPr>
              <a:t>Ms. C. Bhavana</a:t>
            </a:r>
            <a:endParaRPr lang="en-US" sz="23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4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1" strike="noStrike" spc="-1" dirty="0">
                <a:solidFill>
                  <a:srgbClr val="002060"/>
                </a:solidFill>
                <a:latin typeface="Calibri"/>
              </a:rPr>
              <a:t>Assistant Professor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4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1" strike="noStrike" spc="-1" dirty="0">
                <a:solidFill>
                  <a:srgbClr val="002060"/>
                </a:solidFill>
                <a:latin typeface="Calibri"/>
              </a:rPr>
              <a:t>Department of CSE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itle 1"/>
          <p:cNvSpPr/>
          <p:nvPr/>
        </p:nvSpPr>
        <p:spPr>
          <a:xfrm>
            <a:off x="2743200" y="2286000"/>
            <a:ext cx="3657600" cy="533520"/>
          </a:xfrm>
          <a:prstGeom prst="rect">
            <a:avLst/>
          </a:prstGeom>
          <a:solidFill>
            <a:srgbClr val="FFFFFF"/>
          </a:solidFill>
          <a:ln w="25560">
            <a:solidFill>
              <a:srgbClr val="4F81B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BATCH ID : 24MPCS-B17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itle 1"/>
          <p:cNvSpPr/>
          <p:nvPr/>
        </p:nvSpPr>
        <p:spPr>
          <a:xfrm>
            <a:off x="381240" y="1600020"/>
            <a:ext cx="8610480" cy="609840"/>
          </a:xfrm>
          <a:prstGeom prst="rect">
            <a:avLst/>
          </a:prstGeom>
          <a:solidFill>
            <a:srgbClr val="8EB4E3"/>
          </a:solidFill>
          <a:ln w="25560">
            <a:solidFill>
              <a:srgbClr val="25406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pc="-1" dirty="0">
                <a:solidFill>
                  <a:srgbClr val="FFFFFF"/>
                </a:solidFill>
                <a:latin typeface="Calibri"/>
              </a:rPr>
              <a:t>		AI-Based Intelligent Retrieval of Large-Scale Scientific Imaging Data</a:t>
            </a:r>
            <a:endParaRPr lang="en-US" sz="2000" b="1" strike="noStrike" spc="-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2" name="Picture 2"/>
          <p:cNvPicPr/>
          <p:nvPr/>
        </p:nvPicPr>
        <p:blipFill>
          <a:blip r:embed="rId2"/>
          <a:stretch/>
        </p:blipFill>
        <p:spPr>
          <a:xfrm>
            <a:off x="4114800" y="228600"/>
            <a:ext cx="914400" cy="609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16997"/>
              </p:ext>
            </p:extLst>
          </p:nvPr>
        </p:nvGraphicFramePr>
        <p:xfrm>
          <a:off x="1661040" y="2865600"/>
          <a:ext cx="6830640" cy="17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S. No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Roll Number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Student 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24881A0586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Gollakota Charan Deep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</a:rPr>
                        <a:t>24881A05B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sz="13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>
                          <a:solidFill>
                            <a:srgbClr val="000000"/>
                          </a:solidFill>
                        </a:rPr>
                        <a:t>Pooja </a:t>
                      </a:r>
                      <a:r>
                        <a:rPr lang="en-IN" sz="1300" dirty="0" err="1">
                          <a:solidFill>
                            <a:srgbClr val="000000"/>
                          </a:solidFill>
                        </a:rPr>
                        <a:t>Vunnam</a:t>
                      </a:r>
                      <a:endParaRPr lang="en-IN" sz="13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</a:rPr>
                        <a:t>24881A05B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sz="13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ranet Pallati</a:t>
                      </a:r>
                      <a:endParaRPr sz="13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066680"/>
            <a:ext cx="8763120" cy="556272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txBody>
          <a:bodyPr anchor="t">
            <a:normAutofit/>
          </a:bodyPr>
          <a:lstStyle/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Main idea of the Project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Existing System Vs Proposed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Proposed Project Objectives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Proposed Project Outcomes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Process Model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Architectural Diagram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Software and Hardware Requirements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Summary of First Review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All the Best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3C323C-A2ED-413A-8FD6-DB9E95A86D5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Footer Placeholder 6"/>
          <p:cNvSpPr/>
          <p:nvPr/>
        </p:nvSpPr>
        <p:spPr>
          <a:xfrm>
            <a:off x="2514600" y="6324480"/>
            <a:ext cx="4038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Picture 2"/>
          <p:cNvPicPr/>
          <p:nvPr/>
        </p:nvPicPr>
        <p:blipFill>
          <a:blip r:embed="rId2"/>
          <a:stretch/>
        </p:blipFill>
        <p:spPr>
          <a:xfrm>
            <a:off x="7772400" y="220680"/>
            <a:ext cx="1066680" cy="83808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95B3D7"/>
          </a:solidFill>
          <a:ln w="25560">
            <a:solidFill>
              <a:srgbClr val="376092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Mini Project Review-1 Outlines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376092"/>
                </a:solidFill>
                <a:latin typeface="Calibri"/>
              </a:rPr>
              <a:t>Main idea of the Project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8600" y="1066680"/>
            <a:ext cx="8763120" cy="556272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txBody>
          <a:bodyPr anchor="t">
            <a:noAutofit/>
          </a:bodyPr>
          <a:lstStyle/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</a:rPr>
              <a:t>Modern scientific research (materials science, medical imaging, nanotechnology, semiconductor manufacturing) generates massive X-ray and microscopy image collections, often reaching terabyte–petabyte scale.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</a:rPr>
              <a:t>Traditional file-based and metadata-only storage systems cannot understand the visual content of these images, forcing researchers to manually search, de-duplicate and analyze huge volumes of data.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</a:rPr>
              <a:t>This project proposes an AI-Powered Intelligent Scientific Image Data Management System that combines Data Science, Computer Vision and Deep Learning to manage massive imaging datasets.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</a:rPr>
              <a:t>Core capabilities: automatic image preprocessing, AI-based metadata generation, duplicate/near-duplicate detection, deep image embeddings, similarity-based retrieval, anomaly detection and natural-language search.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</a:rPr>
              <a:t>Goal: act as an intelligent research assistant that reduces manual effort, improves data accessibility and accelerates scientific discovery.</a:t>
            </a:r>
          </a:p>
        </p:txBody>
      </p:sp>
      <p:sp>
        <p:nvSpPr>
          <p:cNvPr id="20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54B1FB-33F0-4B78-9408-61F1A93F6167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Footer Placeholder 6"/>
          <p:cNvSpPr/>
          <p:nvPr/>
        </p:nvSpPr>
        <p:spPr>
          <a:xfrm>
            <a:off x="2514600" y="6324480"/>
            <a:ext cx="3809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Picture 2"/>
          <p:cNvPicPr/>
          <p:nvPr/>
        </p:nvPicPr>
        <p:blipFill>
          <a:blip r:embed="rId2"/>
          <a:stretch/>
        </p:blipFill>
        <p:spPr>
          <a:xfrm>
            <a:off x="7696080" y="152280"/>
            <a:ext cx="1067040" cy="838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376092"/>
                </a:solidFill>
                <a:latin typeface="Calibri"/>
              </a:rPr>
              <a:t>Existing System Vs Proposed 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2369246-10D6-468B-93B2-ED6DC31BD60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Footer Placeholder 6"/>
          <p:cNvSpPr/>
          <p:nvPr/>
        </p:nvSpPr>
        <p:spPr>
          <a:xfrm>
            <a:off x="2819520" y="6324480"/>
            <a:ext cx="3657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Picture 2"/>
          <p:cNvPicPr/>
          <p:nvPr/>
        </p:nvPicPr>
        <p:blipFill>
          <a:blip r:embed="rId2"/>
          <a:stretch/>
        </p:blipFill>
        <p:spPr>
          <a:xfrm>
            <a:off x="7696080" y="152280"/>
            <a:ext cx="1067040" cy="8384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28600" y="1066680"/>
          <a:ext cx="8763118" cy="556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7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Existing System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Proposed System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Data focus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Storage of raw images and basic metadata only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Storage plus AI-based understanding of image content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Metadata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Manual entry by researchers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Automatic metadata generation from image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Duplicate handling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Not supported / manual checking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Automated duplicate &amp; near-duplicate detection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Search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File name / folder based browsing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Similarity-based retrieval &amp; natural-language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Anomaly / defect detection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Not supported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AI-based anomaly detection on image samples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NexusLIMS, OME-NGFF (organize/store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Proposed AI-Powered Image Data Management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5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Scalability to TB/PB data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Limited, mostly manual coordination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Scalable architecture extensible to HPC environments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376092"/>
                </a:solidFill>
                <a:latin typeface="Calibri"/>
              </a:rPr>
              <a:t>Proposed Project Objectives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600" y="1076512"/>
            <a:ext cx="8763120" cy="556272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txBody>
          <a:bodyPr anchor="t">
            <a:normAutofit/>
          </a:bodyPr>
          <a:lstStyle/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AI-powered system to efficiently manage and organize large-scale X-ray and microscopy image datasets.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image preprocessing and metadata generation to improve data quality and reduce manual effort.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duplicate and near-duplicate images to improve storage efficiency and dataset organization.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deep image embeddings and enable similarity-based retrieval for finding visually relevant scientific images.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anomaly detection and intelligent search </a:t>
            </a:r>
            <a:r>
              <a:rPr lang="en-IN" sz="2400" dirty="0"/>
              <a:t>to identify unusual samples and support natural-language and metadata-based queries.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6DBFF35-9BDF-4506-9261-3ED5786F4DF9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Footer Placeholder 6"/>
          <p:cNvSpPr/>
          <p:nvPr/>
        </p:nvSpPr>
        <p:spPr>
          <a:xfrm>
            <a:off x="2819520" y="6356520"/>
            <a:ext cx="37335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Picture 2"/>
          <p:cNvPicPr/>
          <p:nvPr/>
        </p:nvPicPr>
        <p:blipFill>
          <a:blip r:embed="rId2"/>
          <a:stretch/>
        </p:blipFill>
        <p:spPr>
          <a:xfrm>
            <a:off x="7848720" y="152280"/>
            <a:ext cx="1066680" cy="838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376092"/>
                </a:solidFill>
                <a:latin typeface="Calibri"/>
              </a:rPr>
              <a:t>Proposed Project Outcomes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" y="1066680"/>
            <a:ext cx="8763120" cy="556272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txBody>
          <a:bodyPr anchor="t">
            <a:normAutofit/>
          </a:bodyPr>
          <a:lstStyle/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A functional AI-powered platform capable of managing large collections of X-ray and microscopy images.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Automatic generation of metadata for scientific images, significantly reducing manual effort.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redundant storage through duplicate and near-duplicate image detection.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Fast retrieval of relevant images using similarity search and intelligent querying.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Anomaly detection and intelligent querying through natural-language and metadata-based search, with an architecture extensible to large research datasets.</a:t>
            </a:r>
          </a:p>
        </p:txBody>
      </p:sp>
      <p:sp>
        <p:nvSpPr>
          <p:cNvPr id="35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8682F7-04D6-4B5D-889C-5DE0CD11373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Footer Placeholder 6"/>
          <p:cNvSpPr/>
          <p:nvPr/>
        </p:nvSpPr>
        <p:spPr>
          <a:xfrm>
            <a:off x="2819520" y="6356520"/>
            <a:ext cx="32763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2"/>
          <p:cNvPicPr/>
          <p:nvPr/>
        </p:nvPicPr>
        <p:blipFill>
          <a:blip r:embed="rId2"/>
          <a:stretch/>
        </p:blipFill>
        <p:spPr>
          <a:xfrm>
            <a:off x="7772400" y="152280"/>
            <a:ext cx="1066680" cy="838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 dirty="0">
                <a:solidFill>
                  <a:srgbClr val="376092"/>
                </a:solidFill>
                <a:latin typeface="Calibri"/>
              </a:rPr>
              <a:t>Process Model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A8914A3-9162-46CA-9A29-34896A64BC2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Footer Placeholder 6"/>
          <p:cNvSpPr/>
          <p:nvPr/>
        </p:nvSpPr>
        <p:spPr>
          <a:xfrm>
            <a:off x="2819520" y="6356520"/>
            <a:ext cx="32763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2"/>
          <p:cNvPicPr/>
          <p:nvPr/>
        </p:nvPicPr>
        <p:blipFill>
          <a:blip r:embed="rId2"/>
          <a:stretch/>
        </p:blipFill>
        <p:spPr>
          <a:xfrm>
            <a:off x="7772400" y="152280"/>
            <a:ext cx="1066680" cy="83844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F6ABD8-19CA-6FAF-D2ED-0D861E283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45" y="1130350"/>
            <a:ext cx="7226709" cy="4817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A8914A3-9162-46CA-9A29-34896A64BC2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Footer Placeholder 6"/>
          <p:cNvSpPr/>
          <p:nvPr/>
        </p:nvSpPr>
        <p:spPr>
          <a:xfrm>
            <a:off x="2819520" y="6356520"/>
            <a:ext cx="32763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0" y="500000"/>
            <a:ext cx="8544000" cy="56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376092"/>
                </a:solidFill>
                <a:latin typeface="Calibri"/>
              </a:rPr>
              <a:t>Software &amp; Hardware Requirements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D509D4A-CC09-46F6-A5FD-586DB5057257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Footer Placeholder 6"/>
          <p:cNvSpPr/>
          <p:nvPr/>
        </p:nvSpPr>
        <p:spPr>
          <a:xfrm>
            <a:off x="2819520" y="6356520"/>
            <a:ext cx="32763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Picture 2"/>
          <p:cNvPicPr/>
          <p:nvPr/>
        </p:nvPicPr>
        <p:blipFill>
          <a:blip r:embed="rId2"/>
          <a:stretch/>
        </p:blipFill>
        <p:spPr>
          <a:xfrm>
            <a:off x="7772400" y="152280"/>
            <a:ext cx="1066680" cy="8384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228600" y="1066680"/>
          <a:ext cx="8763119" cy="5738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2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67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Software Requirements</a:t>
                      </a:r>
                    </a:p>
                  </a:txBody>
                  <a:tcP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Programming Language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Python 3.x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Deep Learning Frameworks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PyTorch / TensorFlow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Computer Vision Libraries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OpenCV, scikit-image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Similarity Search / Vector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FAISS / Milvus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Backend Framework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Flask / FastAPI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Frontend /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React.js, HTML5, CSS3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MongoDB / PostgreSQL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Version Control &amp;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Git, 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Ubuntu 20.04+ / Windows 10/11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Hardware Requirements</a:t>
                      </a:r>
                    </a:p>
                  </a:txBody>
                  <a:tcP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Processor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Intel i5 / Ryzen 5 or higher (multi-core)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NVIDIA CUDA-enabled GPU (RTX 3060 or higher) for model training/inference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RAM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16 GB minimum, 32 GB recommended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512 GB SSD minimum for datasets, embeddings and indices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7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High-speed connectivity for large dataset transfer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7391520" cy="639720"/>
          </a:xfrm>
          <a:prstGeom prst="rect">
            <a:avLst/>
          </a:prstGeom>
          <a:solidFill>
            <a:srgbClr val="FFFFFF"/>
          </a:solidFill>
          <a:ln w="25560">
            <a:solidFill>
              <a:srgbClr val="4BACC6"/>
            </a:solidFill>
            <a:miter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376092"/>
                </a:solidFill>
                <a:latin typeface="Calibri"/>
              </a:rPr>
              <a:t>Summary of First Review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28600" y="1066680"/>
            <a:ext cx="8763120" cy="556272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txBody>
          <a:bodyPr anchor="t">
            <a:normAutofit/>
          </a:bodyPr>
          <a:lstStyle/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Problem identified: scientific facilities generate TB–PB-scale X-ray and microscopy image collections that existing storage systems organize but do not intelligently understand.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Literature survey of 30 references completed, covering scientific metadata standards, microscopy/X-ray analysis, visual representation learning, retrieval and anomaly detection.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Research gap confirmed: no single platform integrates metadata generation, duplicate detection, embeddings, similarity search, anomaly detection and NL retrieval for scientific imaging.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Project objectives, expected outcomes and system architecture finalized for the proposed AI-powered image data management platform.</a:t>
            </a:r>
          </a:p>
          <a:p>
            <a:pPr marL="343080" indent="-343080" algn="just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Next steps: implement image preprocessing and metadata-generation modules, followed by embedding-based similarity search and anomaly detection.</a:t>
            </a:r>
          </a:p>
        </p:txBody>
      </p:sp>
      <p:sp>
        <p:nvSpPr>
          <p:cNvPr id="55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9665FC6-5F63-4D4E-BDC6-77EEDF51051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Footer Placeholder 6"/>
          <p:cNvSpPr/>
          <p:nvPr/>
        </p:nvSpPr>
        <p:spPr>
          <a:xfrm>
            <a:off x="2819520" y="6356520"/>
            <a:ext cx="32763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Picture 2"/>
          <p:cNvPicPr/>
          <p:nvPr/>
        </p:nvPicPr>
        <p:blipFill>
          <a:blip r:embed="rId2"/>
          <a:stretch/>
        </p:blipFill>
        <p:spPr>
          <a:xfrm>
            <a:off x="7772400" y="152280"/>
            <a:ext cx="1066680" cy="838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228600" y="1066680"/>
            <a:ext cx="8763120" cy="5562720"/>
          </a:xfrm>
          <a:prstGeom prst="rect">
            <a:avLst/>
          </a:prstGeom>
          <a:solidFill>
            <a:srgbClr val="FFFFFF"/>
          </a:solidFill>
          <a:ln w="25560">
            <a:solidFill>
              <a:srgbClr val="95B3D7"/>
            </a:solidFill>
            <a:miter/>
          </a:ln>
        </p:spPr>
        <p:txBody>
          <a:bodyPr anchor="t">
            <a:normAutofit/>
          </a:bodyPr>
          <a:lstStyle/>
          <a:p>
            <a:pPr marL="514440" indent="-514440"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440"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440"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44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440" algn="ctr"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strike="noStrike" spc="-1">
                <a:solidFill>
                  <a:srgbClr val="376092"/>
                </a:solidFill>
                <a:latin typeface="Calibri"/>
              </a:rPr>
              <a:t>Thank You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440"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7DFF926-ACAE-413F-B039-C3E93AF5B8A3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Footer Placeholder 6"/>
          <p:cNvSpPr/>
          <p:nvPr/>
        </p:nvSpPr>
        <p:spPr>
          <a:xfrm>
            <a:off x="2895480" y="6324480"/>
            <a:ext cx="358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95B3D7"/>
                </a:solidFill>
                <a:latin typeface="Calibri"/>
              </a:rPr>
              <a:t>DEPARTMENT OF CSE  MINI PROJECT REVIEW-I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 2"/>
          <p:cNvPicPr/>
          <p:nvPr/>
        </p:nvPicPr>
        <p:blipFill>
          <a:blip r:embed="rId2"/>
          <a:stretch/>
        </p:blipFill>
        <p:spPr>
          <a:xfrm>
            <a:off x="4114800" y="152280"/>
            <a:ext cx="1066680" cy="838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2541</TotalTime>
  <Words>846</Words>
  <Application>Microsoft Office PowerPoint</Application>
  <PresentationFormat>On-screen Show (4:3)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</vt:lpstr>
      <vt:lpstr>           (AUTONOMOUS) Affiliated to JNTUH, Approved by AICTE, Accredited by NAAC with A++ Grade, ISO 9001:2015 Certified  Kacharam, Shamshabad, Hyderabad – 501218, Telangana, India Department of Computer Science and Engineering  </vt:lpstr>
      <vt:lpstr>Mini Project Review-1 Outlines</vt:lpstr>
      <vt:lpstr>Main idea of the Project</vt:lpstr>
      <vt:lpstr>Existing System Vs Proposed </vt:lpstr>
      <vt:lpstr>Proposed Project Objectives</vt:lpstr>
      <vt:lpstr>Proposed Project Outcomes</vt:lpstr>
      <vt:lpstr>Process Model</vt:lpstr>
      <vt:lpstr>PowerPoint Presentation</vt:lpstr>
      <vt:lpstr>Software &amp; Hardware Requirements</vt:lpstr>
      <vt:lpstr>Summary of First Review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Pranet P</cp:lastModifiedBy>
  <cp:revision>18</cp:revision>
  <dcterms:modified xsi:type="dcterms:W3CDTF">2026-09-06T13:24:18Z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Venu Gopal Sakkera</dc:creator>
  <dc:description/>
  <dc:language>en-US</dc:language>
  <cp:lastModifiedBy>Satya Kumar</cp:lastModifiedBy>
  <dcterms:modified xsi:type="dcterms:W3CDTF">2026-08-24T09:43:31Z</dcterms:modified>
  <cp:revision>204</cp:revision>
  <dc:subject/>
  <dc:title>Software Engineering</dc:title>
</cp:coreProperties>
</file>